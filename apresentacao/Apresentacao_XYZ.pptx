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DOCUMENTOS PARA 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que não se apaga,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inviabilizar o negócio.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à diretoria  ·  Grupo 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Casthiel, Eliel, Evelyn, Kauan e Isac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ativo não pode ser jogado fora.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37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novos por mês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737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ano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ainda abre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8160" y="146304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737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41248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que podemos apagar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tudo em disco quente torna o treino de IA inviável. Perder o histórico apaga o ativo.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XYZ  ·  diretoria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diretoria pediu.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Receber, listar e devolver só o PDF do próprio cliente.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apagar. Esfriar no dia 365.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6002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Isolado. Multi-AZ. Região reserva.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com o uso. Custo com teto visível.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XYZ  ·  diretoria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não passa pela aplicação.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38328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38328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30936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30936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23544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23544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 →  Route 53  →  WAF  →  API  →  URL de 5 min  →  S3 direto  →  fila  →  índice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XYZ  ·  diretoria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regiões.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endereço.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2834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Virgínia ligada.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Oregon em pilot light.</a:t>
            </a:r>
            <a:endParaRPr lang="en-US" sz="1400" dirty="0"/>
          </a:p>
        </p:txBody>
      </p:sp>
      <p:pic>
        <p:nvPicPr>
          <p:cNvPr id="5" name="Image 0" descr="/workspace/attachments/10001568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228600"/>
            <a:ext cx="6537960" cy="6355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XYZ  ·  diretoria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789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serviço tem um único trabalho.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o cliente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832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8328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região responde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0936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entra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23544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Lambda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3544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URL, não o arquivo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PDF e o ciclo de vida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+ DLQ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não se perde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do usuário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3544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3544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região reserva sobe igual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XYZ  ·  diretoria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89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caminhos que descartamos.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Intelligent-Tiering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por acesso. O case pede idade.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 Instant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 camada mais fria.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 de retorno. A conta não cabe.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XYZ  ·  diretoria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89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Pedido, e onde mora.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Isolar o cliente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669280" y="1234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Prefixo = sub do token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apagar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0" y="2011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Versão, Lock, policy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Esfriar no dia 365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69280" y="2788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Archive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cai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0" y="3566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automático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cai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4343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 + Route 53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5120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visível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69280" y="5120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+ calculadora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XYZ  ·  diretoria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89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 com o arquivo, não com servidor.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mil ou 500 mil.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Lambda e DynamoDB cobram o uso.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não tem teto de capacidade.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fila segura o pico do índice.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atenção é a cota de concorrência da conta.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XYZ  ·  diretoria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89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cai, e o que fica.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PDF fica. A URL tenta de novo. O índice volta da fila.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9184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execução segue nas outras. Não há máquina para religar.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9184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já está no Oregon. O acesso volta em horas.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XYZ  ·  diretoria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89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entra. O que se vê. O que se apaga.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no token, não no app.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privado, SSE-S3, WAF na API.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negado. Lock de 7 anos, renovável.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PITR no índice. Trilha do que muda na conta.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WAF não vê o PDF. A URL assinada é a porta do arquivo.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XYZ  ·  diretoria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89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dinheiro está no disco quente.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US$ 61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9768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US$ 188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29768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3816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13816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mês 24 em diante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TB quentes em cada região. A saída, 250 GB. O frio quase não aparece.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Desastre, uma vez: US$ 50, dos quais 39 só se o treino restaurar 3 TB.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XYZ  ·  diretoria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89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Horas, não segundos. De propósito.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Minutos. O que estava em trânsito pode faltar.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Horas. DNS vira. A API sobe do código.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antigo: restore de 12 a 48 h, só para o treino.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XYZ  ·  diretoria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na mesa.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com fluxo e região reserva.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Calculadora: mês 12, mês 24 e desastre.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das perguntas da banca.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aplicação no ar. O que se demonstra é a decisão.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XYZ  ·  diretoria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89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diretoria leva.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inteiro.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de um ano.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que para de crescer no quente.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reserva sem pagar duas APIs.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XYZ  ·  diretoria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89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Apresentacao XYZ</dc:title>
  <dc:subject>PptxGenJS Presentation</dc:subject>
  <dc:creator>Grupo 5</dc:creator>
  <cp:lastModifiedBy>Grupo 5</cp:lastModifiedBy>
  <cp:revision>1</cp:revision>
  <dcterms:created xsi:type="dcterms:W3CDTF">2026-10-08T23:25:45Z</dcterms:created>
  <dcterms:modified xsi:type="dcterms:W3CDTF">2026-10-08T23:25:45Z</dcterms:modified>
</cp:coreProperties>
</file>